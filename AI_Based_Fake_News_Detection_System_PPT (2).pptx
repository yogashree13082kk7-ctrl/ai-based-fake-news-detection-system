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AI-Based Fake News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t>Machine Learning Project</a:t>
            </a:r>
          </a:p>
          <a:p>
            <a:pPr algn="ctr">
              <a:spcAft>
                <a:spcPts val="800"/>
              </a:spcAft>
              <a:defRPr sz="2000"/>
            </a:pPr>
            <a:r>
              <a:t>Department of Computer Science &amp; Engineering (AI &amp; ML)</a:t>
            </a:r>
          </a:p>
          <a:p>
            <a:pPr algn="ctr">
              <a:spcAft>
                <a:spcPts val="800"/>
              </a:spcAft>
              <a:defRPr sz="2000"/>
            </a:pPr>
            <a:r>
              <a:t>College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Fake news is false or misleading information presented as genuine news.</a:t>
            </a:r>
          </a:p>
          <a:p>
            <a:pPr>
              <a:spcAft>
                <a:spcPts val="1000"/>
              </a:spcAft>
              <a:defRPr sz="2000"/>
            </a:pPr>
            <a:r>
              <a:t>The rapid growth of social media and online platforms makes fake news difficult to identify manually.</a:t>
            </a:r>
          </a:p>
          <a:p>
            <a:pPr>
              <a:spcAft>
                <a:spcPts val="1000"/>
              </a:spcAft>
              <a:defRPr sz="2000"/>
            </a:pPr>
            <a:r>
              <a:t>This project uses Artificial Intelligence and Machine Learning to classify news as REAL or FAKE.</a:t>
            </a:r>
          </a:p>
          <a:p>
            <a:pPr>
              <a:spcAft>
                <a:spcPts val="1000"/>
              </a:spcAft>
              <a:defRPr sz="2000"/>
            </a:pPr>
            <a:r>
              <a:t>The system analyzes the text of a news article and provides a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AI-Based Fake News Detection System is a machine learning application for identifying misleading news content.</a:t>
            </a:r>
          </a:p>
          <a:p>
            <a:pPr>
              <a:spcAft>
                <a:spcPts val="1000"/>
              </a:spcAft>
              <a:defRPr sz="2000"/>
            </a:pPr>
            <a:r>
              <a:t>Text data is cleaned and transformed into numerical features using TF-IDF.</a:t>
            </a:r>
          </a:p>
          <a:p>
            <a:pPr>
              <a:spcAft>
                <a:spcPts val="1000"/>
              </a:spcAft>
              <a:defRPr sz="2000"/>
            </a:pPr>
            <a:r>
              <a:t>A classification model is trained using labeled news data.</a:t>
            </a:r>
          </a:p>
          <a:p>
            <a:pPr>
              <a:spcAft>
                <a:spcPts val="1000"/>
              </a:spcAft>
              <a:defRPr sz="2000"/>
            </a:pPr>
            <a:r>
              <a:t>The trained model predicts whether newly entered news is REAL or FAKE.</a:t>
            </a:r>
          </a:p>
          <a:p>
            <a:pPr>
              <a:spcAft>
                <a:spcPts val="1000"/>
              </a:spcAft>
              <a:defRPr sz="2000"/>
            </a:pPr>
            <a:r>
              <a:t>The system provides a simple interface for users to enter news and view the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Large amounts of news are shared online every day.</a:t>
            </a:r>
          </a:p>
          <a:p>
            <a:pPr>
              <a:spcAft>
                <a:spcPts val="1000"/>
              </a:spcAft>
              <a:defRPr sz="2000"/>
            </a:pPr>
            <a:r>
              <a:t>False information can spread rapidly through social media and websites.</a:t>
            </a:r>
          </a:p>
          <a:p>
            <a:pPr>
              <a:spcAft>
                <a:spcPts val="1000"/>
              </a:spcAft>
              <a:defRPr sz="2000"/>
            </a:pPr>
            <a:r>
              <a:t>Manual verification requires time and reliable sources.</a:t>
            </a:r>
          </a:p>
          <a:p>
            <a:pPr>
              <a:spcAft>
                <a:spcPts val="1000"/>
              </a:spcAft>
              <a:defRPr sz="2000"/>
            </a:pPr>
            <a:r>
              <a:t>There is a need for an automated system that can analyze news text quickly.</a:t>
            </a:r>
          </a:p>
          <a:p>
            <a:pPr>
              <a:spcAft>
                <a:spcPts val="1000"/>
              </a:spcAft>
              <a:defRPr sz="2000"/>
            </a:pPr>
            <a:r>
              <a:t>The proposed system addresses this problem using machine learning-based text classification.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 develop an automated fake news detection system.</a:t>
            </a:r>
          </a:p>
          <a:p>
            <a:pPr>
              <a:spcAft>
                <a:spcPts val="1000"/>
              </a:spcAft>
              <a:defRPr sz="2000"/>
            </a:pPr>
            <a:r>
              <a:t>To preprocess and clean news text for machine learning.</a:t>
            </a:r>
          </a:p>
          <a:p>
            <a:pPr>
              <a:spcAft>
                <a:spcPts val="1000"/>
              </a:spcAft>
              <a:defRPr sz="2000"/>
            </a:pPr>
            <a:r>
              <a:t>To extract useful textual features using TF-IDF.</a:t>
            </a:r>
          </a:p>
          <a:p>
            <a:pPr>
              <a:spcAft>
                <a:spcPts val="1000"/>
              </a:spcAft>
              <a:defRPr sz="2000"/>
            </a:pPr>
            <a:r>
              <a:t>To train a classification model using labeled news data.</a:t>
            </a:r>
          </a:p>
          <a:p>
            <a:pPr>
              <a:spcAft>
                <a:spcPts val="1000"/>
              </a:spcAft>
              <a:defRPr sz="2000"/>
            </a:pPr>
            <a:r>
              <a:t>To predict whether new news content is REAL or FAKE.</a:t>
            </a:r>
          </a:p>
          <a:p>
            <a:pPr>
              <a:spcAft>
                <a:spcPts val="1000"/>
              </a:spcAft>
              <a:defRPr sz="2000"/>
            </a:pPr>
            <a:r>
              <a:t>To provide a simple and user-friendly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Collect a labeled news dataset containing REAL and FAKE articles.</a:t>
            </a:r>
          </a:p>
          <a:p>
            <a:pPr>
              <a:spcAft>
                <a:spcPts val="1000"/>
              </a:spcAft>
              <a:defRPr sz="2000"/>
            </a:pPr>
            <a:r>
              <a:t>2. Preprocess the text by cleaning unnecessary characters and formatting.</a:t>
            </a:r>
          </a:p>
          <a:p>
            <a:pPr>
              <a:spcAft>
                <a:spcPts val="1000"/>
              </a:spcAft>
              <a:defRPr sz="2000"/>
            </a:pPr>
            <a:r>
              <a:t>3. Split the dataset into training and testing data.</a:t>
            </a:r>
          </a:p>
          <a:p>
            <a:pPr>
              <a:spcAft>
                <a:spcPts val="1000"/>
              </a:spcAft>
              <a:defRPr sz="2000"/>
            </a:pPr>
            <a:r>
              <a:t>4. Convert text into numerical features using TF-IDF.</a:t>
            </a:r>
          </a:p>
          <a:p>
            <a:pPr>
              <a:spcAft>
                <a:spcPts val="1000"/>
              </a:spcAft>
              <a:defRPr sz="2000"/>
            </a:pPr>
            <a:r>
              <a:t>5. Train a machine learning classification model.</a:t>
            </a:r>
          </a:p>
          <a:p>
            <a:pPr>
              <a:spcAft>
                <a:spcPts val="1000"/>
              </a:spcAft>
              <a:defRPr sz="2000"/>
            </a:pPr>
            <a:r>
              <a:t>6. Evaluate the model using standard classification metrics.</a:t>
            </a:r>
          </a:p>
          <a:p>
            <a:pPr>
              <a:spcAft>
                <a:spcPts val="1000"/>
              </a:spcAft>
              <a:defRPr sz="2000"/>
            </a:pPr>
            <a:r>
              <a:t>7. Integrate the trained model into a Streamlit application.</a:t>
            </a:r>
          </a:p>
          <a:p>
            <a:pPr>
              <a:spcAft>
                <a:spcPts val="1000"/>
              </a:spcAft>
              <a:defRPr sz="2000"/>
            </a:pPr>
            <a:r>
              <a:t>8. Enter news text and display the predicted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→ News Article Input</a:t>
            </a:r>
          </a:p>
          <a:p>
            <a:pPr>
              <a:spcAft>
                <a:spcPts val="1000"/>
              </a:spcAft>
              <a:defRPr sz="2000"/>
            </a:pPr>
            <a:r>
              <a:t>        ↓</a:t>
            </a:r>
          </a:p>
          <a:p>
            <a:pPr>
              <a:spcAft>
                <a:spcPts val="1000"/>
              </a:spcAft>
              <a:defRPr sz="2000"/>
            </a:pPr>
            <a:r>
              <a:t>Text Preprocessing</a:t>
            </a:r>
          </a:p>
          <a:p>
            <a:pPr>
              <a:spcAft>
                <a:spcPts val="1000"/>
              </a:spcAft>
              <a:defRPr sz="2000"/>
            </a:pPr>
            <a:r>
              <a:t>        ↓</a:t>
            </a:r>
          </a:p>
          <a:p>
            <a:pPr>
              <a:spcAft>
                <a:spcPts val="1000"/>
              </a:spcAft>
              <a:defRPr sz="2000"/>
            </a:pPr>
            <a:r>
              <a:t>TF-IDF Feature Extraction</a:t>
            </a:r>
          </a:p>
          <a:p>
            <a:pPr>
              <a:spcAft>
                <a:spcPts val="1000"/>
              </a:spcAft>
              <a:defRPr sz="2000"/>
            </a:pPr>
            <a:r>
              <a:t>        ↓</a:t>
            </a:r>
          </a:p>
          <a:p>
            <a:pPr>
              <a:spcAft>
                <a:spcPts val="1000"/>
              </a:spcAft>
              <a:defRPr sz="2000"/>
            </a:pPr>
            <a:r>
              <a:t>Trained ML Classification Model</a:t>
            </a:r>
          </a:p>
          <a:p>
            <a:pPr>
              <a:spcAft>
                <a:spcPts val="1000"/>
              </a:spcAft>
              <a:defRPr sz="2000"/>
            </a:pPr>
            <a:r>
              <a:t>        ↓</a:t>
            </a:r>
          </a:p>
          <a:p>
            <a:pPr>
              <a:spcAft>
                <a:spcPts val="1000"/>
              </a:spcAft>
              <a:defRPr sz="2000"/>
            </a:pPr>
            <a:r>
              <a:t>REAL / FAKE Prediction</a:t>
            </a:r>
          </a:p>
          <a:p>
            <a:pPr>
              <a:spcAft>
                <a:spcPts val="1000"/>
              </a:spcAft>
              <a:defRPr sz="2000"/>
            </a:pPr>
            <a:r>
              <a:t>        ↓</a:t>
            </a:r>
          </a:p>
          <a:p>
            <a:pPr>
              <a:spcAft>
                <a:spcPts val="1000"/>
              </a:spcAft>
              <a:defRPr sz="2000"/>
            </a:pPr>
            <a:r>
              <a:t>Result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Programming Language: Python</a:t>
            </a:r>
          </a:p>
          <a:p>
            <a:pPr>
              <a:spcAft>
                <a:spcPts val="1000"/>
              </a:spcAft>
              <a:defRPr sz="2000"/>
            </a:pPr>
            <a:r>
              <a:t>Machine Learning: Scikit-learn</a:t>
            </a:r>
          </a:p>
          <a:p>
            <a:pPr>
              <a:spcAft>
                <a:spcPts val="1000"/>
              </a:spcAft>
              <a:defRPr sz="2000"/>
            </a:pPr>
            <a:r>
              <a:t>Data Processing: Pandas, NumPy</a:t>
            </a:r>
          </a:p>
          <a:p>
            <a:pPr>
              <a:spcAft>
                <a:spcPts val="1000"/>
              </a:spcAft>
              <a:defRPr sz="2000"/>
            </a:pPr>
            <a:r>
              <a:t>Feature Extraction: TF-IDF Vectorizer</a:t>
            </a:r>
          </a:p>
          <a:p>
            <a:pPr>
              <a:spcAft>
                <a:spcPts val="1000"/>
              </a:spcAft>
              <a:defRPr sz="2000"/>
            </a:pPr>
            <a:r>
              <a:t>Web Interface: Streamlit</a:t>
            </a:r>
          </a:p>
          <a:p>
            <a:pPr>
              <a:spcAft>
                <a:spcPts val="1000"/>
              </a:spcAft>
              <a:defRPr sz="2000"/>
            </a:pPr>
            <a:r>
              <a:t>Model Storage: Joblib</a:t>
            </a:r>
          </a:p>
          <a:p>
            <a:pPr>
              <a:spcAft>
                <a:spcPts val="1000"/>
              </a:spcAft>
              <a:defRPr sz="2000"/>
            </a:pPr>
            <a:r>
              <a:t>Development Environment: VS Code / Google Colab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Model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Model: Text classification using a supervised machine learning algorithm.</a:t>
            </a:r>
          </a:p>
          <a:p>
            <a:pPr>
              <a:spcAft>
                <a:spcPts val="1000"/>
              </a:spcAft>
              <a:defRPr sz="2000"/>
            </a:pPr>
            <a:r>
              <a:t>Feature extraction: TF-IDF represents important words and their frequency in documents.</a:t>
            </a:r>
          </a:p>
          <a:p>
            <a:pPr>
              <a:spcAft>
                <a:spcPts val="1000"/>
              </a:spcAft>
              <a:defRPr sz="2000"/>
            </a:pPr>
            <a:r>
              <a:t>Training data is used to learn patterns associated with REAL and FAKE news.</a:t>
            </a:r>
          </a:p>
          <a:p>
            <a:pPr>
              <a:spcAft>
                <a:spcPts val="1000"/>
              </a:spcAft>
              <a:defRPr sz="2000"/>
            </a:pPr>
            <a:r>
              <a:t>Testing data is used to measure model performance on unseen articles.</a:t>
            </a:r>
          </a:p>
          <a:p>
            <a:pPr>
              <a:spcAft>
                <a:spcPts val="1000"/>
              </a:spcAft>
              <a:defRPr sz="2000"/>
            </a:pPr>
            <a:r>
              <a:t>Evaluation metrics include Accuracy, Precision, Recall and F1-Score.</a:t>
            </a:r>
          </a:p>
          <a:p>
            <a:pPr>
              <a:spcAft>
                <a:spcPts val="1000"/>
              </a:spcAft>
              <a:defRPr sz="2000"/>
            </a:pPr>
            <a:r>
              <a:t>Example: Accuracy = Correct Predictions / Total Predictions × 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Code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Core workflow:</a:t>
            </a:r>
          </a:p>
          <a:p>
            <a:pPr>
              <a:spcAft>
                <a:spcPts val="1000"/>
              </a:spcAft>
              <a:defRPr sz="2000"/>
            </a:pPr>
            <a:r>
              <a:t>• Load the labeled dataset.</a:t>
            </a:r>
          </a:p>
          <a:p>
            <a:pPr>
              <a:spcAft>
                <a:spcPts val="1000"/>
              </a:spcAft>
              <a:defRPr sz="2000"/>
            </a:pPr>
            <a:r>
              <a:t>• Clean and prepare the news text.</a:t>
            </a:r>
          </a:p>
          <a:p>
            <a:pPr>
              <a:spcAft>
                <a:spcPts val="1000"/>
              </a:spcAft>
              <a:defRPr sz="2000"/>
            </a:pPr>
            <a:r>
              <a:t>• Apply TfidfVectorizer.</a:t>
            </a:r>
          </a:p>
          <a:p>
            <a:pPr>
              <a:spcAft>
                <a:spcPts val="1000"/>
              </a:spcAft>
              <a:defRPr sz="2000"/>
            </a:pPr>
            <a:r>
              <a:t>• Train the classification model.</a:t>
            </a:r>
          </a:p>
          <a:p>
            <a:pPr>
              <a:spcAft>
                <a:spcPts val="1000"/>
              </a:spcAft>
              <a:defRPr sz="2000"/>
            </a:pPr>
            <a:r>
              <a:t>• Save the trained model using Joblib.</a:t>
            </a:r>
          </a:p>
          <a:p>
            <a:pPr>
              <a:spcAft>
                <a:spcPts val="1000"/>
              </a:spcAft>
              <a:defRPr sz="2000"/>
            </a:pPr>
            <a:r>
              <a:t>• Load the model in the Streamlit application.</a:t>
            </a:r>
          </a:p>
          <a:p>
            <a:pPr>
              <a:spcAft>
                <a:spcPts val="1000"/>
              </a:spcAft>
              <a:defRPr sz="2000"/>
            </a:pPr>
            <a:r>
              <a:t>• Display REAL or FAKE prediction for user input.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Sample Output:  Prediction → FAKE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Future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 larger and more diverse datasets.</a:t>
            </a:r>
          </a:p>
          <a:p>
            <a:pPr>
              <a:spcAft>
                <a:spcPts val="1000"/>
              </a:spcAft>
              <a:defRPr sz="2000"/>
            </a:pPr>
            <a:r>
              <a:t>Add multilingual fake news detection.</a:t>
            </a:r>
          </a:p>
          <a:p>
            <a:pPr>
              <a:spcAft>
                <a:spcPts val="1000"/>
              </a:spcAft>
              <a:defRPr sz="2000"/>
            </a:pPr>
            <a:r>
              <a:t>Use advanced NLP and transformer-based models.</a:t>
            </a:r>
          </a:p>
          <a:p>
            <a:pPr>
              <a:spcAft>
                <a:spcPts val="1000"/>
              </a:spcAft>
              <a:defRPr sz="2000"/>
            </a:pPr>
            <a:r>
              <a:t>Add source credibility and fact-checking features.</a:t>
            </a:r>
          </a:p>
          <a:p>
            <a:pPr>
              <a:spcAft>
                <a:spcPts val="1000"/>
              </a:spcAft>
              <a:defRPr sz="2000"/>
            </a:pPr>
            <a:r>
              <a:t>Provide explainable AI results showing important words or evidence.</a:t>
            </a:r>
          </a:p>
          <a:p>
            <a:pPr>
              <a:spcAft>
                <a:spcPts val="1000"/>
              </a:spcAft>
              <a:defRPr sz="2000"/>
            </a:pPr>
            <a:r>
              <a:t>Deploy the system as a cloud-based web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AI-Based Fake News Detection System demonstrates how machine learning can support automated news classification.</a:t>
            </a:r>
          </a:p>
          <a:p>
            <a:pPr>
              <a:spcAft>
                <a:spcPts val="1000"/>
              </a:spcAft>
              <a:defRPr sz="2000"/>
            </a:pPr>
            <a:r>
              <a:t>TF-IDF converts textual information into useful machine learning features.</a:t>
            </a:r>
          </a:p>
          <a:p>
            <a:pPr>
              <a:spcAft>
                <a:spcPts val="1000"/>
              </a:spcAft>
              <a:defRPr sz="2000"/>
            </a:pPr>
            <a:r>
              <a:t>The trained classifier can identify patterns associated with REAL and FAKE news.</a:t>
            </a:r>
          </a:p>
          <a:p>
            <a:pPr>
              <a:spcAft>
                <a:spcPts val="1000"/>
              </a:spcAft>
              <a:defRPr sz="2000"/>
            </a:pPr>
            <a:r>
              <a:t>The project provides a simple foundation for building more advanced fact-checking systems.</a:t>
            </a:r>
          </a:p>
          <a:p>
            <a:pPr>
              <a:spcAft>
                <a:spcPts val="1000"/>
              </a:spcAft>
              <a:defRPr sz="2000"/>
            </a:pPr>
            <a:r>
              <a:t>Future improvements can make the system more accurate, explainable and scalable.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